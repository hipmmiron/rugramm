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3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8DD44-A4FD-8DBC-1120-2FF356890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AAECCF-663C-312A-3C8A-67977FD62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34B90D-C19B-EE0F-323F-27BC0E344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108B69-AA73-D8BA-DE17-5DB482444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317ECE-37A2-45AD-6DE7-457D1A27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894350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110B8-8FFD-EC2D-A519-55C213A67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2FB960-07F9-554B-1369-166A1BD41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16FA4F-6CF6-FD22-9CC5-122E65CEE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FCAF67-D8E0-5F39-D359-D2F50B91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33F29D-CF28-A586-16A3-F4FEAD86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626595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13938-C5D3-C2D1-A512-C8AD506F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9CA6A0-0D32-4A1B-740D-2C4469E21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11BD5A-260A-3470-3102-E09A48D6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E7085A-DD12-A861-B549-A5F41424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07521A-AA30-BC4A-01E7-D93F41B8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112519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AD85D-B399-349D-1E50-C41D257CE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715543-1005-84A7-3444-7980A80C1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FC4727-CC42-40AC-84CD-0806BFD41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C60B79-5526-827E-94D7-F416A19A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5E3162-F825-F368-3593-C42749ED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23D312-8953-79F4-1895-40EF7A5E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099455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B9347-9DEB-01C3-1BAD-9660A59B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10AAB8-ECF4-39D7-5460-10F90336E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D5DF1B-9542-B5CA-2E8D-170278ACF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DC7047C-2686-064F-9423-3EDBA1678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420D391-775F-7A6A-3C0F-EA49AB2A3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E1D70C6-DAA2-035B-7002-3737D9265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FD6D8B7-6A5D-533A-D124-DF6D0E02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7856955-B3ED-5222-1571-13390751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262197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81F22-01BE-EC55-093B-45C7B2406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A21E9F9-B9EB-FE62-EE6B-00EA058AE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CC6F76-9D5C-39DA-ADCC-F4144D8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AF8DB0-6352-7D74-512C-D7FA8D90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24001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E8C3A87-6241-6C49-C1D8-4E49C047C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036243-1C3E-9DD1-80E2-C52E9792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07F823-D124-08AD-5578-C4BD10CD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184904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02961-C7D8-D678-F359-991C2551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B79CC9-6AE6-78B4-E78E-351383721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2B12DC-157F-E1B3-9BBE-DBEBA0308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11D35A-2C17-7B0A-2EFB-3B18C08D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60972D-1AF8-CBF5-8BDF-DD703CE30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B2BDEE-3ECE-FCB6-2EBC-1F31D642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10077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992E3-D2B8-7D17-C058-7DE3F172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4F260B3-1260-5DFC-AB04-D5376F73B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B93A5A-7053-79CB-0F85-EBBF23FCC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98D227-2EDD-E192-EA68-15388DA31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8DE348-2342-5DF1-9BDF-D73156DE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E3989B-B22D-AB0F-CA90-104B1353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262126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ECF27-689F-7F4B-443F-11F5D662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CDB35C-116D-78B7-1554-0C86A5929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64A68-E8AC-61F1-5941-6B0FE8A6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99A72D-9565-F37A-893F-C08896178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A2E111-0146-23E8-88E3-0E8A39F6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7525085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42F9A6-1337-1F7E-D136-982A9C827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75383E-71CB-5BA3-7B1A-6ADD109FD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338CC2-41F6-65A9-1461-58C25A49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C3962E-5C82-66E6-D3EE-FAB2C8B5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34ACA8-25E4-8A3B-A8F5-D1E21688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491895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5DA044-C5F4-A543-434F-D72686EF3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982E00-0449-CBB9-A2AA-CF3DBD246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DD0D0F-8708-D09D-187B-BF270468C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AB7AA-1744-44D7-B695-6145F9D5A149}" type="datetimeFigureOut">
              <a:rPr lang="ru-RU" smtClean="0"/>
              <a:t>11.03.2026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EEC859-0942-6D08-AE3C-F9DC76FE3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94B3E2-F3EF-FC72-57BC-914B02AC5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A3D5D-3C79-4F0E-910F-A2AF69ED6E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88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pmmiron/Rugram_file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114082-3DE2-965E-B632-91835D1E2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26277"/>
            <a:ext cx="9144000" cy="41217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Автор</a:t>
            </a:r>
            <a:r>
              <a:rPr lang="en-US" dirty="0"/>
              <a:t>: </a:t>
            </a:r>
            <a:r>
              <a:rPr lang="ru-RU" dirty="0"/>
              <a:t>Саломатин Мирон Романович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7E08A-CF38-CE4B-82D8-4164936F3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0780" y="2604066"/>
            <a:ext cx="7330440" cy="922211"/>
          </a:xfrm>
        </p:spPr>
        <p:txBody>
          <a:bodyPr>
            <a:normAutofit/>
          </a:bodyPr>
          <a:lstStyle/>
          <a:p>
            <a:r>
              <a:rPr lang="ru-RU" dirty="0">
                <a:latin typeface="+mn-lt"/>
              </a:rPr>
              <a:t>Мессенджер </a:t>
            </a:r>
            <a:r>
              <a:rPr lang="en-US" dirty="0">
                <a:latin typeface="+mn-lt"/>
              </a:rPr>
              <a:t>rugram</a:t>
            </a:r>
            <a:r>
              <a:rPr lang="ru-RU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1590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51A20-4722-D942-1791-3C780CCE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Почему я это выбрал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1B90DB-DA3C-8D60-187C-6E0376BAD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Я это выбрал потому что хочу сделать качественный мессенджер на замену </a:t>
            </a:r>
            <a:r>
              <a:rPr lang="en-US" sz="2400" dirty="0"/>
              <a:t>“Telegram”</a:t>
            </a:r>
            <a:r>
              <a:rPr lang="ru-RU" sz="2400" dirty="0"/>
              <a:t> потому что это актуально т</a:t>
            </a:r>
            <a:r>
              <a:rPr lang="en-US" sz="2400" dirty="0"/>
              <a:t>.</a:t>
            </a:r>
            <a:r>
              <a:rPr lang="ru-RU" sz="2400" dirty="0"/>
              <a:t>к</a:t>
            </a:r>
            <a:r>
              <a:rPr lang="en-US" sz="2400" dirty="0"/>
              <a:t>.</a:t>
            </a:r>
            <a:r>
              <a:rPr lang="ru-RU" sz="2400" dirty="0"/>
              <a:t> сейчас блокируют иностранные мессенджеры и я захотел воссоздать мессенджер которым все пользовались.</a:t>
            </a:r>
          </a:p>
        </p:txBody>
      </p:sp>
    </p:spTree>
    <p:extLst>
      <p:ext uri="{BB962C8B-B14F-4D97-AF65-F5344CB8AC3E}">
        <p14:creationId xmlns:p14="http://schemas.microsoft.com/office/powerpoint/2010/main" val="261307631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FFAC2-5F94-76DA-9503-7AC893FC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Цели и преимущества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8872CE-4978-FBC9-3F49-A39322C55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2047"/>
          </a:xfrm>
        </p:spPr>
        <p:txBody>
          <a:bodyPr>
            <a:normAutofit/>
          </a:bodyPr>
          <a:lstStyle/>
          <a:p>
            <a:r>
              <a:rPr lang="ru-RU" sz="2000" dirty="0"/>
              <a:t>Индивидуальность моего приложения в том что в отличии от других он полностью с открытым кодом,</a:t>
            </a:r>
            <a:r>
              <a:rPr lang="en-US" sz="2000" dirty="0"/>
              <a:t> </a:t>
            </a:r>
            <a:r>
              <a:rPr lang="ru-RU" sz="2000" dirty="0"/>
              <a:t>а также будет использовать более быстрый и безопасный способ отправки сообщений – при отправке, сообщение шифруется специальным ключом, а дальше оно не будет идти на мой сервер, а будет сразу доходить до получателя </a:t>
            </a:r>
          </a:p>
          <a:p>
            <a:r>
              <a:rPr lang="ru-RU" sz="2000" dirty="0"/>
              <a:t>К примеру в том</a:t>
            </a:r>
            <a:r>
              <a:rPr lang="en-US" sz="2000" dirty="0"/>
              <a:t> </a:t>
            </a:r>
            <a:r>
              <a:rPr lang="ru-RU" sz="2000" dirty="0"/>
              <a:t>же телеграме такой тип отправки сообщений можно было включить только в защищённом чате, а у меня такой способ используется для всех чатов.</a:t>
            </a:r>
          </a:p>
          <a:p>
            <a:r>
              <a:rPr lang="ru-RU" sz="2000" dirty="0"/>
              <a:t>А также будет иметь встроенного ИИ помощника (пока не начинал, приоритет работа приложения)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23322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D2F3D66-4687-A992-F528-357E39FBD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977" y="3590789"/>
            <a:ext cx="2325111" cy="13078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F9E5C-12B5-A806-5398-66B7A519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5F1BEC-5A12-D4BF-77D6-D5BEFBFB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995" y="1905408"/>
            <a:ext cx="3011424" cy="8696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200" dirty="0"/>
              <a:t>Основной язык</a:t>
            </a:r>
          </a:p>
          <a:p>
            <a:pPr marL="0" indent="0" algn="ctr">
              <a:buNone/>
            </a:pPr>
            <a:r>
              <a:rPr lang="en-US" sz="2200" dirty="0"/>
              <a:t>python </a:t>
            </a:r>
            <a:endParaRPr lang="ru-RU" sz="2200" dirty="0"/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A45F1-71BE-7546-FABF-DC680211AFD3}"/>
              </a:ext>
            </a:extLst>
          </p:cNvPr>
          <p:cNvSpPr txBox="1"/>
          <p:nvPr/>
        </p:nvSpPr>
        <p:spPr>
          <a:xfrm>
            <a:off x="4227608" y="1860347"/>
            <a:ext cx="31758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/>
              <a:t>Веб интерфейс</a:t>
            </a:r>
          </a:p>
          <a:p>
            <a:pPr algn="ctr"/>
            <a:r>
              <a:rPr lang="ru-RU" sz="2200" dirty="0"/>
              <a:t>библиотека для </a:t>
            </a:r>
            <a:r>
              <a:rPr lang="en-US" sz="2200" dirty="0"/>
              <a:t>html</a:t>
            </a:r>
            <a:r>
              <a:rPr lang="ru-RU" sz="2200" dirty="0"/>
              <a:t> – </a:t>
            </a:r>
            <a:r>
              <a:rPr lang="en-US" sz="2200" dirty="0"/>
              <a:t>beercss</a:t>
            </a:r>
            <a:r>
              <a:rPr lang="ru-RU" sz="2200" dirty="0"/>
              <a:t>, и </a:t>
            </a:r>
            <a:r>
              <a:rPr lang="en-US" sz="2200" dirty="0"/>
              <a:t>js</a:t>
            </a:r>
            <a:endParaRPr lang="ru-RU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C6937-0CEC-8265-6C28-BD9C87AF1061}"/>
              </a:ext>
            </a:extLst>
          </p:cNvPr>
          <p:cNvSpPr txBox="1"/>
          <p:nvPr/>
        </p:nvSpPr>
        <p:spPr>
          <a:xfrm>
            <a:off x="7482946" y="1905408"/>
            <a:ext cx="33131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/>
              <a:t>Используемое ПО</a:t>
            </a:r>
            <a:endParaRPr lang="en-US" sz="2200" dirty="0"/>
          </a:p>
          <a:p>
            <a:pPr algn="ctr"/>
            <a:r>
              <a:rPr lang="en-US" sz="2200" dirty="0"/>
              <a:t>vscode</a:t>
            </a:r>
            <a:r>
              <a:rPr lang="ru-RU" sz="2200" dirty="0"/>
              <a:t>, </a:t>
            </a:r>
            <a:r>
              <a:rPr lang="en-US" sz="2200" dirty="0"/>
              <a:t>localhost.run, git</a:t>
            </a:r>
            <a:r>
              <a:rPr lang="ru-RU" sz="2200" dirty="0"/>
              <a:t>, </a:t>
            </a:r>
            <a:r>
              <a:rPr lang="en-US" sz="2200" dirty="0"/>
              <a:t>github</a:t>
            </a:r>
            <a:r>
              <a:rPr lang="ru-RU" sz="2200" dirty="0"/>
              <a:t>, </a:t>
            </a:r>
            <a:r>
              <a:rPr lang="en-US" sz="2200" dirty="0"/>
              <a:t>vercel</a:t>
            </a:r>
            <a:endParaRPr lang="ru-RU" sz="2200" dirty="0"/>
          </a:p>
          <a:p>
            <a:endParaRPr lang="ru-RU" dirty="0"/>
          </a:p>
        </p:txBody>
      </p:sp>
      <p:pic>
        <p:nvPicPr>
          <p:cNvPr id="8" name="Рисунок 7" descr="Can HTML, CSS and JavaScript create a website? | UltimateWB Blog | Web  Design Tips, News &amp; Insights">
            <a:extLst>
              <a:ext uri="{FF2B5EF4-FFF2-40B4-BE49-F238E27FC236}">
                <a16:creationId xmlns:a16="http://schemas.microsoft.com/office/drawing/2014/main" id="{4F579B2B-61EC-C3A0-893C-76CC3F423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10822" r="64576"/>
          <a:stretch>
            <a:fillRect/>
          </a:stretch>
        </p:blipFill>
        <p:spPr>
          <a:xfrm>
            <a:off x="4878610" y="2929478"/>
            <a:ext cx="914583" cy="1201952"/>
          </a:xfrm>
          <a:prstGeom prst="rect">
            <a:avLst/>
          </a:prstGeom>
        </p:spPr>
      </p:pic>
      <p:pic>
        <p:nvPicPr>
          <p:cNvPr id="9" name="Рисунок 8" descr="Visual Studio Code — Википедия">
            <a:extLst>
              <a:ext uri="{FF2B5EF4-FFF2-40B4-BE49-F238E27FC236}">
                <a16:creationId xmlns:a16="http://schemas.microsoft.com/office/drawing/2014/main" id="{E949578B-49CD-9AA3-7885-ED6E09085F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4989" y="3126824"/>
            <a:ext cx="807258" cy="807258"/>
          </a:xfrm>
          <a:prstGeom prst="rect">
            <a:avLst/>
          </a:prstGeom>
        </p:spPr>
      </p:pic>
      <p:pic>
        <p:nvPicPr>
          <p:cNvPr id="11" name="Рисунок 10" descr="питон значок">
            <a:extLst>
              <a:ext uri="{FF2B5EF4-FFF2-40B4-BE49-F238E27FC236}">
                <a16:creationId xmlns:a16="http://schemas.microsoft.com/office/drawing/2014/main" id="{62FEAE2F-1724-628D-D2B0-602165FE3C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5770" y="2775063"/>
            <a:ext cx="1307874" cy="1307874"/>
          </a:xfrm>
          <a:prstGeom prst="rect">
            <a:avLst/>
          </a:prstGeom>
        </p:spPr>
      </p:pic>
      <p:pic>
        <p:nvPicPr>
          <p:cNvPr id="12" name="Рисунок 11" descr="GitHub - beercss/beercss: Build material design interfaces in record  time... without stress for devs... 🍺💛">
            <a:extLst>
              <a:ext uri="{FF2B5EF4-FFF2-40B4-BE49-F238E27FC236}">
                <a16:creationId xmlns:a16="http://schemas.microsoft.com/office/drawing/2014/main" id="{F63FFD2C-FE4C-B434-7E6B-08AEB7399B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8999" y="4131430"/>
            <a:ext cx="1192036" cy="571785"/>
          </a:xfrm>
          <a:prstGeom prst="rect">
            <a:avLst/>
          </a:prstGeom>
        </p:spPr>
      </p:pic>
      <p:pic>
        <p:nvPicPr>
          <p:cNvPr id="4" name="Рисунок 3" descr="Язык программирования JavaScript | Технологии">
            <a:extLst>
              <a:ext uri="{FF2B5EF4-FFF2-40B4-BE49-F238E27FC236}">
                <a16:creationId xmlns:a16="http://schemas.microsoft.com/office/drawing/2014/main" id="{484DD15D-05C7-7A61-AB4C-6DDD401095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4872" y="2983537"/>
            <a:ext cx="1307874" cy="1214505"/>
          </a:xfrm>
          <a:prstGeom prst="rect">
            <a:avLst/>
          </a:prstGeom>
        </p:spPr>
      </p:pic>
      <p:pic>
        <p:nvPicPr>
          <p:cNvPr id="7" name="Рисунок 6" descr="Git and GitHub 101. I need to provide a quick tutorial for… | by Deka  Auliya | Medium">
            <a:extLst>
              <a:ext uri="{FF2B5EF4-FFF2-40B4-BE49-F238E27FC236}">
                <a16:creationId xmlns:a16="http://schemas.microsoft.com/office/drawing/2014/main" id="{351E79CD-9ABC-910E-E22F-0498BC8590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4990" y="3100520"/>
            <a:ext cx="859867" cy="859867"/>
          </a:xfrm>
          <a:prstGeom prst="rect">
            <a:avLst/>
          </a:prstGeom>
        </p:spPr>
      </p:pic>
      <p:pic>
        <p:nvPicPr>
          <p:cNvPr id="13" name="Рисунок 12" descr="GitHub — Википедия">
            <a:extLst>
              <a:ext uri="{FF2B5EF4-FFF2-40B4-BE49-F238E27FC236}">
                <a16:creationId xmlns:a16="http://schemas.microsoft.com/office/drawing/2014/main" id="{761DDAC7-6F92-61C5-0B2C-0B7B07D61C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0936" y="3025077"/>
            <a:ext cx="907482" cy="907482"/>
          </a:xfrm>
          <a:prstGeom prst="rect">
            <a:avLst/>
          </a:prstGeom>
        </p:spPr>
      </p:pic>
      <p:sp>
        <p:nvSpPr>
          <p:cNvPr id="10" name="AutoShape 2" descr="Vercel: What is it and what is it for?">
            <a:extLst>
              <a:ext uri="{FF2B5EF4-FFF2-40B4-BE49-F238E27FC236}">
                <a16:creationId xmlns:a16="http://schemas.microsoft.com/office/drawing/2014/main" id="{C01D091F-B045-0F93-51BB-8C4A62969F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876602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372F7-4824-3FDD-29CB-B7775B7B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Структура проекта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E7867-D093-AD27-1623-EB8344BA0FF0}"/>
              </a:ext>
            </a:extLst>
          </p:cNvPr>
          <p:cNvSpPr txBox="1"/>
          <p:nvPr/>
        </p:nvSpPr>
        <p:spPr>
          <a:xfrm>
            <a:off x="5769845" y="241193"/>
            <a:ext cx="3150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Эта папка отвечает за код → передачу сообщений и загрузку всех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69184-41AA-7681-0883-65DE32E2A9D7}"/>
              </a:ext>
            </a:extLst>
          </p:cNvPr>
          <p:cNvSpPr txBox="1"/>
          <p:nvPr/>
        </p:nvSpPr>
        <p:spPr>
          <a:xfrm>
            <a:off x="4428477" y="3566127"/>
            <a:ext cx="4939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Здесь хранятся файлы для</a:t>
            </a:r>
            <a:r>
              <a:rPr lang="en-US" dirty="0"/>
              <a:t> </a:t>
            </a:r>
            <a:r>
              <a:rPr lang="ru-RU" dirty="0"/>
              <a:t>интерфейса и → красивого оформления а также файлы которые пользователи будут загружать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447B7-D889-9907-19F3-E57E74EF85BA}"/>
              </a:ext>
            </a:extLst>
          </p:cNvPr>
          <p:cNvSpPr txBox="1"/>
          <p:nvPr/>
        </p:nvSpPr>
        <p:spPr>
          <a:xfrm>
            <a:off x="3143050" y="4940038"/>
            <a:ext cx="590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Тут хранится основной код </a:t>
            </a:r>
            <a:r>
              <a:rPr lang="en-US" dirty="0"/>
              <a:t>html </a:t>
            </a:r>
            <a:r>
              <a:rPr lang="ru-RU" dirty="0"/>
              <a:t>интерфейса который</a:t>
            </a:r>
            <a:r>
              <a:rPr lang="en-US" dirty="0"/>
              <a:t> </a:t>
            </a:r>
            <a:r>
              <a:rPr lang="ru-RU" dirty="0"/>
              <a:t>→</a:t>
            </a:r>
            <a:r>
              <a:rPr lang="en-US" dirty="0"/>
              <a:t> </a:t>
            </a:r>
            <a:r>
              <a:rPr lang="ru-RU" dirty="0"/>
              <a:t>создаёт все надписи, поля ввода, кнопки</a:t>
            </a:r>
            <a:r>
              <a:rPr lang="en-US" dirty="0"/>
              <a:t> </a:t>
            </a:r>
            <a:r>
              <a:rPr lang="ru-RU" dirty="0"/>
              <a:t>и т.п.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46A03C-38A3-9FC4-2AFA-7FF34952CD67}"/>
              </a:ext>
            </a:extLst>
          </p:cNvPr>
          <p:cNvSpPr txBox="1"/>
          <p:nvPr/>
        </p:nvSpPr>
        <p:spPr>
          <a:xfrm>
            <a:off x="5512247" y="1812381"/>
            <a:ext cx="3446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ru-RU" dirty="0"/>
              <a:t>Это </a:t>
            </a:r>
            <a:r>
              <a:rPr lang="en-US" dirty="0"/>
              <a:t>ssh</a:t>
            </a:r>
            <a:r>
              <a:rPr lang="ru-RU" dirty="0"/>
              <a:t> ключ моего сервера 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8C8513-5B8E-ADC3-2E9C-3917AE4CC5E8}"/>
              </a:ext>
            </a:extLst>
          </p:cNvPr>
          <p:cNvSpPr txBox="1"/>
          <p:nvPr/>
        </p:nvSpPr>
        <p:spPr>
          <a:xfrm>
            <a:off x="3777422" y="2460877"/>
            <a:ext cx="559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Эти файлы упрощённый запуск</a:t>
            </a:r>
            <a:r>
              <a:rPr lang="en-US" dirty="0"/>
              <a:t> </a:t>
            </a:r>
            <a:r>
              <a:rPr lang="ru-RU" dirty="0"/>
              <a:t>одним ярлыком →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C95E2B-969A-2D3D-3544-B62CF4BBF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758"/>
          <a:stretch>
            <a:fillRect/>
          </a:stretch>
        </p:blipFill>
        <p:spPr>
          <a:xfrm>
            <a:off x="8959023" y="0"/>
            <a:ext cx="2519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303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B5CB5-492A-629E-87CB-EFFF5938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0807B5-0369-FBA0-B5B7-CE03D1D41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ru-RU" sz="2400" dirty="0"/>
              <a:t>В итоге получился качественный мессенджер с особенностью которой нет у конкурентов</a:t>
            </a:r>
          </a:p>
          <a:p>
            <a:r>
              <a:rPr lang="ru-RU" sz="2400" dirty="0"/>
              <a:t>Сейчас сделано не очень много, устраняются крупные баги интерфейса и запуска, но уже доделан запуск на общедоступный сервер и доделывается отправка сообщений</a:t>
            </a:r>
          </a:p>
        </p:txBody>
      </p:sp>
    </p:spTree>
    <p:extLst>
      <p:ext uri="{BB962C8B-B14F-4D97-AF65-F5344CB8AC3E}">
        <p14:creationId xmlns:p14="http://schemas.microsoft.com/office/powerpoint/2010/main" val="200861213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A870C-B5DA-CF17-B18C-530702C4C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Фото</a:t>
            </a:r>
          </a:p>
        </p:txBody>
      </p:sp>
      <p:pic>
        <p:nvPicPr>
          <p:cNvPr id="7" name="Рисунок 6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91CF93-84C4-5EA0-4F0D-63AB9C32D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13" r="19676"/>
          <a:stretch>
            <a:fillRect/>
          </a:stretch>
        </p:blipFill>
        <p:spPr>
          <a:xfrm>
            <a:off x="622329" y="2036655"/>
            <a:ext cx="5172113" cy="4072910"/>
          </a:xfrm>
          <a:prstGeom prst="rect">
            <a:avLst/>
          </a:prstGeom>
        </p:spPr>
      </p:pic>
      <p:pic>
        <p:nvPicPr>
          <p:cNvPr id="9" name="Рисунок 8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AC77DC-1CF4-86AA-D31F-B549F4493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9" r="19748" b="116"/>
          <a:stretch>
            <a:fillRect/>
          </a:stretch>
        </p:blipFill>
        <p:spPr>
          <a:xfrm>
            <a:off x="6244699" y="459921"/>
            <a:ext cx="5545225" cy="430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2296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3CA02-4A7E-E582-3339-8EAB3298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1BAA3D-941F-84AB-48E8-FDDBA4169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99329" cy="4351338"/>
          </a:xfrm>
        </p:spPr>
        <p:txBody>
          <a:bodyPr/>
          <a:lstStyle/>
          <a:p>
            <a:r>
              <a:rPr lang="en-US" sz="2000" dirty="0"/>
              <a:t>QR</a:t>
            </a:r>
            <a:r>
              <a:rPr lang="ru-RU" sz="2000" dirty="0"/>
              <a:t>-код</a:t>
            </a:r>
            <a:r>
              <a:rPr lang="en-US" sz="2000" dirty="0"/>
              <a:t> </a:t>
            </a:r>
            <a:r>
              <a:rPr lang="ru-RU" sz="2000" dirty="0"/>
              <a:t>на гитхаб с кодом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endParaRPr lang="ru-RU" sz="2000" dirty="0"/>
          </a:p>
        </p:txBody>
      </p:sp>
      <p:pic>
        <p:nvPicPr>
          <p:cNvPr id="10" name="Рисунок 9" descr="Изображение выглядит как Графика, графический дизайн, Шриф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C845B3-13DF-418A-111E-ABFD14D4B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09252"/>
            <a:ext cx="3257360" cy="3257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EC66B7-F582-8A51-A475-F00A58B0D0CF}"/>
              </a:ext>
            </a:extLst>
          </p:cNvPr>
          <p:cNvSpPr txBox="1"/>
          <p:nvPr/>
        </p:nvSpPr>
        <p:spPr>
          <a:xfrm>
            <a:off x="4562272" y="1825625"/>
            <a:ext cx="26435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Ссылка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hipmmiron/Rugram_files</a:t>
            </a:r>
            <a:endParaRPr lang="ru-RU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8137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293</Words>
  <Application>Microsoft Office PowerPoint</Application>
  <PresentationFormat>Широкоэкранный</PresentationFormat>
  <Paragraphs>29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Мессенджер rugram </vt:lpstr>
      <vt:lpstr>Почему я это выбрал</vt:lpstr>
      <vt:lpstr>Цели и преимущества</vt:lpstr>
      <vt:lpstr>Стек</vt:lpstr>
      <vt:lpstr>Структура проекта</vt:lpstr>
      <vt:lpstr>Итог</vt:lpstr>
      <vt:lpstr>Фото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Мирон Саломатин</dc:creator>
  <cp:lastModifiedBy>Мирон Саломатин</cp:lastModifiedBy>
  <cp:revision>11</cp:revision>
  <dcterms:created xsi:type="dcterms:W3CDTF">2025-12-12T16:35:44Z</dcterms:created>
  <dcterms:modified xsi:type="dcterms:W3CDTF">2026-03-11T13:37:22Z</dcterms:modified>
</cp:coreProperties>
</file>